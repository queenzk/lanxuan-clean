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5.xml"/><Relationship Id="rId7" Type="http://schemas.openxmlformats.org/officeDocument/2006/relationships/image" Target="../media/image2.png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23.xml"/><Relationship Id="rId8" Type="http://schemas.openxmlformats.org/officeDocument/2006/relationships/tags" Target="../tags/tag22.xml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image" Target="../media/image4.png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tags" Target="../tags/tag25.xml"/><Relationship Id="rId10" Type="http://schemas.openxmlformats.org/officeDocument/2006/relationships/tags" Target="../tags/tag2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9.xml"/><Relationship Id="rId8" Type="http://schemas.openxmlformats.org/officeDocument/2006/relationships/tags" Target="../tags/tag38.xml"/><Relationship Id="rId7" Type="http://schemas.openxmlformats.org/officeDocument/2006/relationships/tags" Target="../tags/tag37.xml"/><Relationship Id="rId6" Type="http://schemas.openxmlformats.org/officeDocument/2006/relationships/tags" Target="../tags/tag36.xml"/><Relationship Id="rId5" Type="http://schemas.openxmlformats.org/officeDocument/2006/relationships/tags" Target="../tags/tag35.xml"/><Relationship Id="rId4" Type="http://schemas.openxmlformats.org/officeDocument/2006/relationships/tags" Target="../tags/tag34.xml"/><Relationship Id="rId3" Type="http://schemas.openxmlformats.org/officeDocument/2006/relationships/tags" Target="../tags/tag33.xml"/><Relationship Id="rId2" Type="http://schemas.openxmlformats.org/officeDocument/2006/relationships/tags" Target="../tags/tag3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43.xml"/><Relationship Id="rId4" Type="http://schemas.openxmlformats.org/officeDocument/2006/relationships/tags" Target="../tags/tag42.xml"/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57.xml"/><Relationship Id="rId5" Type="http://schemas.openxmlformats.org/officeDocument/2006/relationships/tags" Target="../tags/tag56.xml"/><Relationship Id="rId4" Type="http://schemas.openxmlformats.org/officeDocument/2006/relationships/tags" Target="../tags/tag55.xml"/><Relationship Id="rId3" Type="http://schemas.openxmlformats.org/officeDocument/2006/relationships/tags" Target="../tags/tag54.xml"/><Relationship Id="rId2" Type="http://schemas.openxmlformats.org/officeDocument/2006/relationships/tags" Target="../tags/tag5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6.xml"/><Relationship Id="rId7" Type="http://schemas.openxmlformats.org/officeDocument/2006/relationships/image" Target="../media/image2.png"/><Relationship Id="rId6" Type="http://schemas.openxmlformats.org/officeDocument/2006/relationships/tags" Target="../tags/tag65.xml"/><Relationship Id="rId5" Type="http://schemas.openxmlformats.org/officeDocument/2006/relationships/image" Target="../media/image1.png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" Type="http://schemas.openxmlformats.org/officeDocument/2006/relationships/tags" Target="../tags/tag62.xml"/><Relationship Id="rId15" Type="http://schemas.openxmlformats.org/officeDocument/2006/relationships/tags" Target="../tags/tag72.xml"/><Relationship Id="rId14" Type="http://schemas.openxmlformats.org/officeDocument/2006/relationships/tags" Target="../tags/tag71.xml"/><Relationship Id="rId13" Type="http://schemas.openxmlformats.org/officeDocument/2006/relationships/tags" Target="../tags/tag70.xml"/><Relationship Id="rId12" Type="http://schemas.openxmlformats.org/officeDocument/2006/relationships/tags" Target="../tags/tag69.xml"/><Relationship Id="rId11" Type="http://schemas.openxmlformats.org/officeDocument/2006/relationships/tags" Target="../tags/tag68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3365773" y="684651"/>
            <a:ext cx="5488698" cy="54886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3186896" y="519896"/>
            <a:ext cx="5818208" cy="5818208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90" y="999055"/>
            <a:ext cx="4773814" cy="45754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872" y="2036482"/>
            <a:ext cx="4384793" cy="351333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61208"/>
            <a:ext cx="2955402" cy="3513330"/>
          </a:xfrm>
          <a:prstGeom prst="rect">
            <a:avLst/>
          </a:prstGeom>
        </p:spPr>
      </p:pic>
      <p:cxnSp>
        <p:nvCxnSpPr>
          <p:cNvPr id="12" name="直接连接符 11"/>
          <p:cNvCxnSpPr/>
          <p:nvPr>
            <p:custDataLst>
              <p:tags r:id="rId10"/>
            </p:custDataLst>
          </p:nvPr>
        </p:nvCxnSpPr>
        <p:spPr>
          <a:xfrm>
            <a:off x="7272915" y="3344670"/>
            <a:ext cx="0" cy="1836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1"/>
            </p:custDataLst>
          </p:nvPr>
        </p:nvSpPr>
        <p:spPr>
          <a:xfrm>
            <a:off x="7341045" y="1283462"/>
            <a:ext cx="923330" cy="398885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3600" u="none" strike="noStrike" kern="1200" cap="none" spc="60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2"/>
            </p:custDataLst>
          </p:nvPr>
        </p:nvSpPr>
        <p:spPr>
          <a:xfrm>
            <a:off x="6384248" y="3207657"/>
            <a:ext cx="847937" cy="2064657"/>
          </a:xfrm>
        </p:spPr>
        <p:txBody>
          <a:bodyPr vert="eaVert" lIns="101600" tIns="38100" rIns="76200" bIns="38100" anchor="ctr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1800" u="none" strike="noStrike" kern="1200" cap="none" spc="200" normalizeH="0" baseline="0">
                <a:solidFill>
                  <a:schemeClr val="accent1"/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椭圆 6"/>
          <p:cNvSpPr/>
          <p:nvPr>
            <p:custDataLst>
              <p:tags r:id="rId2"/>
            </p:custDataLst>
          </p:nvPr>
        </p:nvSpPr>
        <p:spPr>
          <a:xfrm>
            <a:off x="4420082" y="1192192"/>
            <a:ext cx="3374986" cy="3374986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8" name="椭圆 7"/>
          <p:cNvSpPr/>
          <p:nvPr>
            <p:custDataLst>
              <p:tags r:id="rId3"/>
            </p:custDataLst>
          </p:nvPr>
        </p:nvSpPr>
        <p:spPr>
          <a:xfrm>
            <a:off x="4523844" y="1287762"/>
            <a:ext cx="3183846" cy="318384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pic>
        <p:nvPicPr>
          <p:cNvPr id="9" name="图片 8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3036" y="1470140"/>
            <a:ext cx="2769161" cy="2654115"/>
          </a:xfrm>
          <a:prstGeom prst="rect">
            <a:avLst/>
          </a:prstGeom>
        </p:spPr>
      </p:pic>
      <p:cxnSp>
        <p:nvCxnSpPr>
          <p:cNvPr id="10" name="直接连接符 9"/>
          <p:cNvCxnSpPr/>
          <p:nvPr>
            <p:custDataLst>
              <p:tags r:id="rId6"/>
            </p:custDataLst>
          </p:nvPr>
        </p:nvCxnSpPr>
        <p:spPr>
          <a:xfrm>
            <a:off x="6770102" y="2118360"/>
            <a:ext cx="0" cy="17145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2570566" y="4748927"/>
            <a:ext cx="7050871" cy="916880"/>
          </a:xfrm>
        </p:spPr>
        <p:txBody>
          <a:bodyPr lIns="101600" tIns="38100" rIns="63500" bIns="38100" anchor="ctr" anchorCtr="0">
            <a:noAutofit/>
          </a:bodyPr>
          <a:lstStyle>
            <a:lvl1pPr algn="ctr">
              <a:defRPr sz="4800" u="none" strike="noStrike" kern="1200" cap="none" spc="300" normalizeH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8"/>
            </p:custDataLst>
          </p:nvPr>
        </p:nvSpPr>
        <p:spPr>
          <a:xfrm>
            <a:off x="6815924" y="2108445"/>
            <a:ext cx="701727" cy="1714500"/>
          </a:xfrm>
        </p:spPr>
        <p:txBody>
          <a:bodyPr vert="eaVert" lIns="101600" tIns="38100" rIns="76200" bIns="38100" anchor="ctr">
            <a:noAutofit/>
          </a:bodyPr>
          <a:lstStyle>
            <a:lvl1pPr marL="0" indent="0" eaLnBrk="1" fontAlgn="auto" latinLnBrk="0" hangingPunct="1">
              <a:buNone/>
              <a:defRPr kumimoji="0" lang="zh-CN" altLang="en-US" sz="2400" b="0" i="0" u="none" strike="noStrike" kern="1200" cap="none" spc="150" normalizeH="0" baseline="0" noProof="1">
                <a:solidFill>
                  <a:schemeClr val="accent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>
            <a:noAutofit/>
          </a:bodyPr>
          <a:lstStyle>
            <a:lvl1pPr>
              <a:defRPr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>
              <a:defRPr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sz="1600"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accent1"/>
                </a:solidFill>
                <a:uFillTx/>
                <a:latin typeface="微软雅黑" panose="020B0503020204020204" charset="-122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accent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椭圆 5"/>
          <p:cNvSpPr/>
          <p:nvPr>
            <p:custDataLst>
              <p:tags r:id="rId2"/>
            </p:custDataLst>
          </p:nvPr>
        </p:nvSpPr>
        <p:spPr>
          <a:xfrm>
            <a:off x="3365773" y="684651"/>
            <a:ext cx="5488698" cy="5488698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/>
          <p:cNvSpPr/>
          <p:nvPr>
            <p:custDataLst>
              <p:tags r:id="rId3"/>
            </p:custDataLst>
          </p:nvPr>
        </p:nvSpPr>
        <p:spPr>
          <a:xfrm>
            <a:off x="3186896" y="519896"/>
            <a:ext cx="5818208" cy="5818208"/>
          </a:xfrm>
          <a:prstGeom prst="ellipse">
            <a:avLst/>
          </a:prstGeom>
          <a:noFill/>
          <a:ln w="127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1990" y="999055"/>
            <a:ext cx="4773814" cy="4575483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872" y="2036482"/>
            <a:ext cx="4384793" cy="351333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8"/>
            </p:custDataLst>
          </p:nvPr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2061208"/>
            <a:ext cx="2955402" cy="3513330"/>
          </a:xfrm>
          <a:prstGeom prst="rect">
            <a:avLst/>
          </a:prstGeom>
        </p:spPr>
      </p:pic>
      <p:cxnSp>
        <p:nvCxnSpPr>
          <p:cNvPr id="11" name="直接连接符 10"/>
          <p:cNvCxnSpPr/>
          <p:nvPr>
            <p:custDataLst>
              <p:tags r:id="rId10"/>
            </p:custDataLst>
          </p:nvPr>
        </p:nvCxnSpPr>
        <p:spPr>
          <a:xfrm>
            <a:off x="7272915" y="3344670"/>
            <a:ext cx="0" cy="183600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7303422" y="1236461"/>
            <a:ext cx="1064331" cy="4110240"/>
          </a:xfrm>
        </p:spPr>
        <p:txBody>
          <a:bodyPr vert="horz" lIns="101600" tIns="38100" rIns="25400" bIns="38100" rtlCol="0" anchor="t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600" normalizeH="0" baseline="0" noProof="1" dirty="0">
                <a:solidFill>
                  <a:schemeClr val="accen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4" hasCustomPrompt="1"/>
            <p:custDataLst>
              <p:tags r:id="rId15"/>
            </p:custDataLst>
          </p:nvPr>
        </p:nvSpPr>
        <p:spPr>
          <a:xfrm>
            <a:off x="6617649" y="3319268"/>
            <a:ext cx="588796" cy="2002031"/>
          </a:xfrm>
        </p:spPr>
        <p:txBody>
          <a:bodyPr vert="eaVert">
            <a:norm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8.xml"/><Relationship Id="rId18" Type="http://schemas.openxmlformats.org/officeDocument/2006/relationships/tags" Target="../tags/tag77.xml"/><Relationship Id="rId17" Type="http://schemas.openxmlformats.org/officeDocument/2006/relationships/tags" Target="../tags/tag76.xml"/><Relationship Id="rId16" Type="http://schemas.openxmlformats.org/officeDocument/2006/relationships/tags" Target="../tags/tag75.xml"/><Relationship Id="rId15" Type="http://schemas.openxmlformats.org/officeDocument/2006/relationships/tags" Target="../tags/tag74.xml"/><Relationship Id="rId14" Type="http://schemas.openxmlformats.org/officeDocument/2006/relationships/tags" Target="../tags/tag73.xml"/><Relationship Id="rId13" Type="http://schemas.openxmlformats.org/officeDocument/2006/relationships/image" Target="../media/image5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汉仪旗黑-85S" panose="00020600040101010101" pitchFamily="18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200" normalizeH="0" baseline="0">
          <a:solidFill>
            <a:schemeClr val="accent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7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zh-CN" altLang="en-US"/>
              <a:t>蓝轩清洁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marL="0" indent="0">
              <a:buNone/>
            </a:pPr>
            <a:r>
              <a:rPr lang="en-US" altLang="zh-CN"/>
              <a:t>——</a:t>
            </a:r>
            <a:r>
              <a:rPr lang="zh-CN" altLang="en-US"/>
              <a:t>张潞</a:t>
            </a: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sz="4000"/>
              <a:t>目录</a:t>
            </a:r>
            <a:endParaRPr lang="zh-CN" altLang="en-US" sz="40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0865" y="1397000"/>
            <a:ext cx="10852150" cy="4657090"/>
          </a:xfrm>
        </p:spPr>
        <p:txBody>
          <a:bodyPr/>
          <a:p>
            <a:pPr marL="400050" indent="-400050">
              <a:buFont typeface="+mj-lt"/>
              <a:buAutoNum type="romanUcPeriod"/>
            </a:pPr>
            <a:r>
              <a:rPr lang="zh-CN" altLang="en-US"/>
              <a:t>创建网站的意义</a:t>
            </a:r>
            <a:endParaRPr lang="zh-CN" altLang="en-US"/>
          </a:p>
          <a:p>
            <a:pPr marL="400050" indent="-400050">
              <a:buFont typeface="+mj-lt"/>
              <a:buAutoNum type="romanUcPeriod"/>
            </a:pPr>
            <a:endParaRPr lang="zh-CN" altLang="en-US"/>
          </a:p>
          <a:p>
            <a:pPr marL="400050" indent="-400050">
              <a:buFont typeface="+mj-lt"/>
              <a:buAutoNum type="romanUcPeriod"/>
            </a:pPr>
            <a:r>
              <a:rPr lang="zh-CN" altLang="en-US"/>
              <a:t>网页截图</a:t>
            </a:r>
            <a:endParaRPr lang="zh-CN" altLang="en-US"/>
          </a:p>
          <a:p>
            <a:pPr marL="400050" indent="-400050">
              <a:buFont typeface="+mj-lt"/>
              <a:buAutoNum type="romanUcPeriod"/>
            </a:pPr>
            <a:endParaRPr lang="zh-CN" altLang="en-US"/>
          </a:p>
          <a:p>
            <a:pPr marL="400050" indent="-400050">
              <a:buFont typeface="+mj-lt"/>
              <a:buAutoNum type="romanUcPeriod"/>
            </a:pPr>
            <a:r>
              <a:rPr lang="zh-CN" altLang="en-US"/>
              <a:t>使用网站技术</a:t>
            </a:r>
            <a:endParaRPr lang="zh-CN" altLang="en-US"/>
          </a:p>
          <a:p>
            <a:pPr marL="400050" indent="-400050">
              <a:buFont typeface="+mj-lt"/>
              <a:buAutoNum type="romanUcPeriod"/>
            </a:pPr>
            <a:endParaRPr lang="zh-CN" altLang="en-US"/>
          </a:p>
          <a:p>
            <a:pPr marL="400050" indent="-400050">
              <a:buFont typeface="+mj-lt"/>
              <a:buAutoNum type="romanUcPeriod"/>
            </a:pPr>
            <a:r>
              <a:rPr lang="zh-CN" altLang="en-US"/>
              <a:t>做网页时候遇到的问题</a:t>
            </a:r>
            <a:endParaRPr lang="zh-CN" altLang="en-US"/>
          </a:p>
          <a:p>
            <a:pPr marL="0" indent="0">
              <a:buFont typeface="+mj-lt"/>
              <a:buNone/>
            </a:pPr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创建网站的意义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43710"/>
            <a:ext cx="10852150" cy="4597400"/>
          </a:xfrm>
        </p:spPr>
        <p:txBody>
          <a:bodyPr/>
          <a:p>
            <a:pPr marL="0" indent="0">
              <a:buNone/>
            </a:pPr>
            <a:r>
              <a:rPr lang="en-US" altLang="zh-CN"/>
              <a:t>     </a:t>
            </a:r>
            <a:r>
              <a:t>这几年社会的发展对生活的品质越来越高，但是自己不知道怎么做保养和清洁，创建这个网站是为了给更好的生活品质。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网页截图</a:t>
            </a:r>
            <a:endParaRPr lang="zh-CN" altLang="en-US"/>
          </a:p>
        </p:txBody>
      </p:sp>
      <p:pic>
        <p:nvPicPr>
          <p:cNvPr id="4" name="图片 3" descr="QQ截图20190524133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10435" y="1967230"/>
            <a:ext cx="8791575" cy="18478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使用网站技术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43710"/>
            <a:ext cx="10852150" cy="4597400"/>
          </a:xfrm>
        </p:spPr>
        <p:txBody>
          <a:bodyPr/>
          <a:p>
            <a:pPr marL="0" indent="0">
              <a:buNone/>
            </a:pPr>
            <a:r>
              <a:rPr lang="en-US" altLang="zh-CN"/>
              <a:t>     bootstrap</a:t>
            </a:r>
            <a:r>
              <a:t>、</a:t>
            </a:r>
            <a:r>
              <a:rPr lang="en-US" altLang="zh-CN"/>
              <a:t>html5</a:t>
            </a:r>
            <a:r>
              <a:t>、</a:t>
            </a:r>
            <a:r>
              <a:rPr lang="en-US" altLang="zh-CN"/>
              <a:t>css</a:t>
            </a:r>
            <a:r>
              <a:t>、</a:t>
            </a:r>
            <a:r>
              <a:rPr lang="en-US" altLang="zh-CN"/>
              <a:t>js</a:t>
            </a:r>
            <a:r>
              <a:t>、</a:t>
            </a:r>
            <a:r>
              <a:rPr lang="en-US" altLang="zh-CN"/>
              <a:t>jquery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>
                <a:sym typeface="+mn-ea"/>
              </a:rPr>
              <a:t>做网页时候遇到的问题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69925" y="1743710"/>
            <a:ext cx="10852150" cy="4597400"/>
          </a:xfrm>
        </p:spPr>
        <p:txBody>
          <a:bodyPr/>
          <a:p>
            <a:pPr marL="0" indent="0">
              <a:buNone/>
            </a:pPr>
            <a:r>
              <a:rPr lang="en-US" altLang="zh-CN"/>
              <a:t>     </a:t>
            </a:r>
            <a:r>
              <a:t>动画的中心点 transform-origin</a:t>
            </a:r>
          </a:p>
          <a:p>
            <a:pPr marL="0" indent="0">
              <a:buNone/>
            </a:pPr>
            <a:r>
              <a:rPr lang="en-US" altLang="zh-CN"/>
              <a:t>	</a:t>
            </a:r>
            <a:endParaRPr lang="en-US" altLang="zh-CN"/>
          </a:p>
        </p:txBody>
      </p:sp>
    </p:spTree>
    <p:custDataLst>
      <p:tags r:id="rId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 sz="6000"/>
              <a:t>谢谢</a:t>
            </a:r>
            <a:endParaRPr lang="zh-CN" altLang="en-US" sz="60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2089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182089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TAG_VERSION" val="1.0"/>
  <p:tag name="KSO_WM_BEAUTIFY_FLAG" val="#wm#"/>
  <p:tag name="KSO_WM_COMBINE_RELATE_SLIDE_ID" val="background20179169_1"/>
  <p:tag name="KSO_WM_TEMPLATE_CATEGORY" val="custom"/>
  <p:tag name="KSO_WM_TEMPLATE_INDEX" val="20182089"/>
  <p:tag name="KSO_WM_TEMPLATE_SUBCATEGORY" val="0"/>
  <p:tag name="KSO_WM_TEMPLATE_THUMBS_INDEX" val="1、9、10、16、34"/>
</p:tagLst>
</file>

<file path=ppt/tags/tag79.xml><?xml version="1.0" encoding="utf-8"?>
<p:tagLst xmlns:p="http://schemas.openxmlformats.org/presentationml/2006/main">
  <p:tag name="KSO_WM_TEMPLATE_CATEGORY" val="custom"/>
  <p:tag name="KSO_WM_TEMPLATE_INDEX" val="20182089"/>
  <p:tag name="KSO_WM_SLIDE_MODEL_TYPE" val="cover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182089"/>
</p:tagLst>
</file>

<file path=ppt/theme/theme1.xml><?xml version="1.0" encoding="utf-8"?>
<a:theme xmlns:a="http://schemas.openxmlformats.org/drawingml/2006/main" name="1_Office 主题​​">
  <a:themeElements>
    <a:clrScheme name="tef2xtcv">
      <a:dk1>
        <a:srgbClr val="000000"/>
      </a:dk1>
      <a:lt1>
        <a:srgbClr val="FFFFFF"/>
      </a:lt1>
      <a:dk2>
        <a:srgbClr val="E4F0E4"/>
      </a:dk2>
      <a:lt2>
        <a:srgbClr val="FFFFFF"/>
      </a:lt2>
      <a:accent1>
        <a:srgbClr val="00623C"/>
      </a:accent1>
      <a:accent2>
        <a:srgbClr val="49906D"/>
      </a:accent2>
      <a:accent3>
        <a:srgbClr val="90EFAE"/>
      </a:accent3>
      <a:accent4>
        <a:srgbClr val="98F0DD"/>
      </a:accent4>
      <a:accent5>
        <a:srgbClr val="C5DFC9"/>
      </a:accent5>
      <a:accent6>
        <a:srgbClr val="F5E83D"/>
      </a:accent6>
      <a:hlink>
        <a:srgbClr val="5ECAFB"/>
      </a:hlink>
      <a:folHlink>
        <a:srgbClr val="B759BC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187</Words>
  <Application>WPS 演示</Application>
  <PresentationFormat>宽屏</PresentationFormat>
  <Paragraphs>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宋体</vt:lpstr>
      <vt:lpstr>Wingdings</vt:lpstr>
      <vt:lpstr>汉仪旗黑-85S</vt:lpstr>
      <vt:lpstr>微软雅黑</vt:lpstr>
      <vt:lpstr>Arial Unicode MS</vt:lpstr>
      <vt:lpstr>Calibri</vt:lpstr>
      <vt:lpstr>1_Office 主题​​</vt:lpstr>
      <vt:lpstr>蓝轩清洁</vt:lpstr>
      <vt:lpstr>目录</vt:lpstr>
      <vt:lpstr>创建网站的意义</vt:lpstr>
      <vt:lpstr>PowerPoint 演示文稿</vt:lpstr>
      <vt:lpstr>使用网站技术</vt:lpstr>
      <vt:lpstr>做网页时候遇到的问题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Administrator</dc:creator>
  <cp:lastModifiedBy>我AI你</cp:lastModifiedBy>
  <cp:revision>10</cp:revision>
  <dcterms:created xsi:type="dcterms:W3CDTF">2019-05-24T02:19:00Z</dcterms:created>
  <dcterms:modified xsi:type="dcterms:W3CDTF">2019-05-24T07:12:35Z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2052-11.1.0.8597</vt:lpwstr>
  </property>
</Properties>
</file>